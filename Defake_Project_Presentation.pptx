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Defake: Advanced Deepfake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Combating Misinformation through AI-Powered Video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Rise of Deepfakes: AI-generated synthetic media is becoming increasingly realistic.</a:t>
            </a:r>
          </a:p>
          <a:p>
            <a:pPr/>
            <a:r>
              <a:t>Threats:</a:t>
            </a:r>
          </a:p>
          <a:p>
            <a:pPr lvl="1"/>
            <a:r>
              <a:t>Spread of misinformation and fake news.</a:t>
            </a:r>
          </a:p>
          <a:p>
            <a:pPr lvl="1"/>
            <a:r>
              <a:t>Identity theft and defamation.</a:t>
            </a:r>
          </a:p>
          <a:p>
            <a:pPr lvl="1"/>
            <a:r>
              <a:t>Erosion of trust in digital media.</a:t>
            </a:r>
          </a:p>
          <a:p>
            <a:pPr/>
            <a:r>
              <a:t>Need: A robust, accessible, and accurate tool for verifying video authenticity.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Develop a machine learning model capable of distinguishing between real and manipulated videos.</a:t>
            </a:r>
          </a:p>
          <a:p>
            <a:pPr/>
            <a:r>
              <a:t>2. Create a user-friendly web interface for easy video uploading and analysis.</a:t>
            </a:r>
          </a:p>
          <a:p>
            <a:pPr/>
            <a:r>
              <a:t>3. Provide real-time or near real-time detection results with visual feedback.</a:t>
            </a:r>
          </a:p>
          <a:p>
            <a:pPr/>
            <a:r>
              <a:t>4. Ensure high accuracy by utilizing state-of-the-art deep learning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Frontend (Client):</a:t>
            </a:r>
          </a:p>
          <a:p>
            <a:pPr lvl="1"/>
            <a:r>
              <a:t>Built with React and Vite (SPA).</a:t>
            </a:r>
          </a:p>
          <a:p>
            <a:pPr lvl="1"/>
            <a:r>
              <a:t>TailwindCSS for styling.</a:t>
            </a:r>
          </a:p>
          <a:p>
            <a:pPr/>
            <a:r>
              <a:t>Backend (Server):</a:t>
            </a:r>
          </a:p>
          <a:p>
            <a:pPr lvl="1"/>
            <a:r>
              <a:t>Python (Flask/FastAPI).</a:t>
            </a:r>
          </a:p>
          <a:p>
            <a:pPr lvl="1"/>
            <a:r>
              <a:t>Integrates with AI Model.</a:t>
            </a:r>
          </a:p>
          <a:p>
            <a:pPr/>
            <a:r>
              <a:t>AI Engine:</a:t>
            </a:r>
          </a:p>
          <a:p>
            <a:pPr lvl="1"/>
            <a:r>
              <a:t>TensorFlow/Keras Deep Learning model.</a:t>
            </a:r>
          </a:p>
          <a:p>
            <a:pPr lvl="1"/>
            <a:r>
              <a:t>Performs frame extraction, face detection,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Frontend:</a:t>
            </a:r>
          </a:p>
          <a:p>
            <a:pPr lvl="1"/>
            <a:r>
              <a:t>React.js (v19), Vite, TailwindCSS, Framer Motion</a:t>
            </a:r>
          </a:p>
          <a:p>
            <a:pPr/>
            <a:r>
              <a:t>Backend &amp; ML:</a:t>
            </a:r>
          </a:p>
          <a:p>
            <a:pPr lvl="1"/>
            <a:r>
              <a:t>Python, TensorFlow / Keras</a:t>
            </a:r>
          </a:p>
          <a:p>
            <a:pPr lvl="1"/>
            <a:r>
              <a:t>NumPy, OpenCV (cv2)</a:t>
            </a:r>
          </a:p>
          <a:p>
            <a:pPr lvl="1"/>
            <a:r>
              <a:t>Model: CNN (InceptionV3/Xception) + 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Video Upload: User uploads video.</a:t>
            </a:r>
          </a:p>
          <a:p>
            <a:pPr/>
            <a:r>
              <a:t>2. Preprocessing: Frame extraction, Face Detection (MTCNN/Haar), Normalization.</a:t>
            </a:r>
          </a:p>
          <a:p>
            <a:pPr/>
            <a:r>
              <a:t>3. Feature Extraction: CNN extracts spatial features from frames.</a:t>
            </a:r>
          </a:p>
          <a:p>
            <a:pPr/>
            <a:r>
              <a:t>4. Sequence Analysis: LSTM/RNN detects temporal inconsistencies.</a:t>
            </a:r>
          </a:p>
          <a:p>
            <a:pPr/>
            <a:r>
              <a:t>5. Classification: Probability score (0-1). &gt; 0.5 = Deepfake.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Data Generator: Custom VideoDataGenerator for batch processing.</a:t>
            </a:r>
          </a:p>
          <a:p>
            <a:pPr/>
            <a:r>
              <a:t>Training:</a:t>
            </a:r>
          </a:p>
          <a:p>
            <a:pPr lvl="1"/>
            <a:r>
              <a:t>Optimizer: Adam/RMSprop</a:t>
            </a:r>
          </a:p>
          <a:p>
            <a:pPr lvl="1"/>
            <a:r>
              <a:t>Loss: Binary Crossentropy</a:t>
            </a:r>
          </a:p>
          <a:p>
            <a:pPr lvl="1"/>
            <a:r>
              <a:t>Callbacks: EarlyStopping, ModelCheckpoint</a:t>
            </a:r>
          </a:p>
          <a:p>
            <a:pPr/>
            <a:r>
              <a:t>Preprocessing: resizing to 299x299.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High computational cost:</a:t>
            </a:r>
          </a:p>
          <a:p>
            <a:pPr lvl="1"/>
            <a:r>
              <a:t>Solution: Efficient batching and frame sampling.</a:t>
            </a:r>
          </a:p>
          <a:p>
            <a:pPr/>
            <a:r>
              <a:t>Varied lighting and resolutions:</a:t>
            </a:r>
          </a:p>
          <a:p>
            <a:pPr lvl="1"/>
            <a:r>
              <a:t>Solution: Data augmentation and robust normalization.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Real-time Streaming Analysis</a:t>
            </a:r>
          </a:p>
          <a:p>
            <a:pPr lvl="1"/>
            <a:r>
              <a:t>Audio Analysis (Multimodal)</a:t>
            </a:r>
          </a:p>
          <a:p>
            <a:pPr lvl="1"/>
            <a:r>
              <a:t>Browser Extension</a:t>
            </a:r>
          </a:p>
          <a:p>
            <a:pPr lvl="1"/>
            <a:r>
              <a:t>Mobile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Defake Project demonstrates a practical application of Deep Learning.</a:t>
            </a:r>
          </a:p>
          <a:p>
            <a:pPr/>
            <a:r>
              <a:t>Combines robust backend with intuitive frontend.</a:t>
            </a:r>
          </a:p>
          <a:p>
            <a:pPr/>
            <a:r>
              <a:t>Makes forensic tools accessible to regular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Thank You!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