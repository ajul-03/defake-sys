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Defake: Advanced Deepfake Detection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Combating Misinformation through AI-Powered Video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The Rise of Deepfakes: AI-generated synthetic media (e.g., DeepFaceLab, FaceSwap).</a:t>
            </a:r>
          </a:p>
          <a:p>
            <a:pPr/>
            <a:r>
              <a:t>Threats:</a:t>
            </a:r>
          </a:p>
          <a:p>
            <a:pPr lvl="1"/>
            <a:r>
              <a:t>Political misinformation and fake news.</a:t>
            </a:r>
          </a:p>
          <a:p>
            <a:pPr lvl="1"/>
            <a:r>
              <a:t>Financial fraud and identity theft.</a:t>
            </a:r>
          </a:p>
          <a:p>
            <a:pPr lvl="1"/>
            <a:r>
              <a:t>Reputation damage (non-consensual content).</a:t>
            </a:r>
          </a:p>
          <a:p>
            <a:pPr/>
            <a:r>
              <a:t>Need: A precise, automated forensic tool to verify video authenticity.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1. Develop a Hybrid DL model (CNN + RNN) for spatial-temporal analysis.</a:t>
            </a:r>
          </a:p>
          <a:p>
            <a:pPr/>
            <a:r>
              <a:t>2. Implement Attention Mechanism to focus on manipulated frames.</a:t>
            </a:r>
          </a:p>
          <a:p>
            <a:pPr/>
            <a:r>
              <a:t>3. Create a full-stack web application (React + Flask).</a:t>
            </a:r>
          </a:p>
          <a:p>
            <a:pPr/>
            <a:r>
              <a:t>4. Achieve high accuracy using Transfer Learning (XceptionNet).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Frontend (Client):</a:t>
            </a:r>
          </a:p>
          <a:p>
            <a:pPr lvl="1"/>
            <a:r>
              <a:t>React.js (v19) + Vite + TailwindCSS (Cyberpunk UI).</a:t>
            </a:r>
          </a:p>
          <a:p>
            <a:pPr lvl="1"/>
            <a:r>
              <a:t>Handles uploads and visualizes confidence scores.</a:t>
            </a:r>
          </a:p>
          <a:p>
            <a:pPr/>
            <a:r>
              <a:t>Backend (Server):</a:t>
            </a:r>
          </a:p>
          <a:p>
            <a:pPr lvl="1"/>
            <a:r>
              <a:t>Flask (Python) REST API.</a:t>
            </a:r>
          </a:p>
          <a:p>
            <a:pPr lvl="1"/>
            <a:r>
              <a:t>Handles file processing and model inference.</a:t>
            </a:r>
          </a:p>
          <a:p>
            <a:pPr/>
            <a:r>
              <a:t>AI Engine:</a:t>
            </a:r>
          </a:p>
          <a:p>
            <a:pPr lvl="1"/>
            <a:r>
              <a:t>TensorFlow/Keras.</a:t>
            </a:r>
          </a:p>
          <a:p>
            <a:pPr lvl="1"/>
            <a:r>
              <a:t>Pipeline: Video -&gt; Preprocess -&gt; Model -&gt; Score.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Deep Learning Model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Type: Time-Distributed Convolutional Recurrent Neural Network</a:t>
            </a:r>
          </a:p>
          <a:p>
            <a:pPr/>
            <a:r>
              <a:t>1. Input: (Batch, 20 Frames, 299, 299, 3).</a:t>
            </a:r>
          </a:p>
          <a:p>
            <a:pPr/>
            <a:r>
              <a:t>2. Spatial Features: XceptionNet (ImageNet weights, TimeDistributed).</a:t>
            </a:r>
          </a:p>
          <a:p>
            <a:pPr/>
            <a:r>
              <a:t>3. Temporal Analysis: Bidirectional LSTM (256 units).</a:t>
            </a:r>
          </a:p>
          <a:p>
            <a:pPr/>
            <a:r>
              <a:t>4. Attention Mechanism: Custom layer to weight frame importance.</a:t>
            </a:r>
          </a:p>
          <a:p>
            <a:pPr/>
            <a:r>
              <a:t>5. Classification: Dense(128) -&gt; Dropout(0.5) -&gt; Sigmoid Output.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Preprocessing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1. Frame Extraction: Extracts 20 uniformly distributed frames.</a:t>
            </a:r>
          </a:p>
          <a:p>
            <a:pPr/>
            <a:r>
              <a:t>2. Face Detection: MTCNN (Multi-task Cascaded CNN) detects and crops faces.</a:t>
            </a:r>
          </a:p>
          <a:p>
            <a:pPr/>
            <a:r>
              <a:t>3. Normalization: Resizing to 299x299, pixel values 0-1.</a:t>
            </a:r>
          </a:p>
          <a:p>
            <a:pPr/>
            <a:r>
              <a:t>4. Padding: Zero-padding for short videos.</a:t>
            </a:r>
          </a:p>
          <a:p>
            <a:pPr/>
            <a:r>
              <a:t>Note: Ensures model focuses on facial artifacts, not background.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Frontend:</a:t>
            </a:r>
          </a:p>
          <a:p>
            <a:pPr lvl="1"/>
            <a:r>
              <a:t>React.js, Vite, Axios, Framer Motion.</a:t>
            </a:r>
          </a:p>
          <a:p>
            <a:pPr/>
            <a:r>
              <a:t>Backend &amp; ML:</a:t>
            </a:r>
          </a:p>
          <a:p>
            <a:pPr lvl="1"/>
            <a:r>
              <a:t>Flask (API), TensorFlow/Keras (Model).</a:t>
            </a:r>
          </a:p>
          <a:p>
            <a:pPr lvl="1"/>
            <a:r>
              <a:t>OpenCV (Video Processing), NumPy (Matrix Ops).</a:t>
            </a:r>
          </a:p>
          <a:p>
            <a:pPr/>
            <a:r>
              <a:t> Infrastucture:</a:t>
            </a:r>
          </a:p>
          <a:p>
            <a:pPr lvl="1"/>
            <a:r>
              <a:t>Local GPU Support (CUDA).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1. User uploads video via React UI.</a:t>
            </a:r>
          </a:p>
          <a:p>
            <a:pPr/>
            <a:r>
              <a:t>2. POST /predict sends file to Flask.</a:t>
            </a:r>
          </a:p>
          <a:p>
            <a:pPr/>
            <a:r>
              <a:t>3. Backend saves temp file -&gt; extracts frames -&gt; detects faces.</a:t>
            </a:r>
          </a:p>
          <a:p>
            <a:pPr/>
            <a:r>
              <a:t>4. Model predicts score (0.0 - 1.0).</a:t>
            </a:r>
          </a:p>
          <a:p>
            <a:pPr/>
            <a:r>
              <a:t>5. JSON response: { label: 'FAKE', confidence: 0.98 }.</a:t>
            </a:r>
          </a:p>
          <a:p>
            <a:pPr/>
            <a:r>
              <a:t>6. UI updates with Red/Green indicator.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Solved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Temporal Inconsistency (Flickering):</a:t>
            </a:r>
          </a:p>
          <a:p>
            <a:pPr lvl="1"/>
            <a:r>
              <a:t>Solved by Bidirectional LSTM.</a:t>
            </a:r>
          </a:p>
          <a:p>
            <a:pPr/>
            <a:r>
              <a:t>Variable Video Lengths:</a:t>
            </a:r>
          </a:p>
          <a:p>
            <a:pPr lvl="1"/>
            <a:r>
              <a:t>Solved by Uniform Frame Sampling (20 frames).</a:t>
            </a:r>
          </a:p>
          <a:p>
            <a:pPr/>
            <a:r>
              <a:t>Focus on Manipulation:</a:t>
            </a:r>
          </a:p>
          <a:p>
            <a:pPr lvl="1"/>
            <a:r>
              <a:t>Solved by Attention Mechanism.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 lvl="1"/>
            <a:r>
              <a:t>Audio-Visual Multimodal Detection.</a:t>
            </a:r>
          </a:p>
          <a:p>
            <a:pPr lvl="1"/>
            <a:r>
              <a:t>Real-time Streaming (RTMP/WebRTC).</a:t>
            </a:r>
          </a:p>
          <a:p>
            <a:pPr lvl="1"/>
            <a:r>
              <a:t>Explainable AI (Grad-CAM heatmaps).</a:t>
            </a:r>
          </a:p>
          <a:p>
            <a:pPr lvl="1"/>
            <a:r>
              <a:t>Mobile/Edge Optimization (TFLite).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Defake combines advanced Computer Vision with Sequence Modeling.</a:t>
            </a:r>
          </a:p>
          <a:p>
            <a:pPr/>
            <a:r>
              <a:t>Provides a robust, user-friendly tool for digital forensics.</a:t>
            </a:r>
          </a:p>
          <a:p>
            <a:pPr/>
            <a:r>
              <a:t>Effective mitigation against the threat of deepfakes.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Thank You!</a:t>
            </a:r>
          </a:p>
          <a:p>
            <a:pPr/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